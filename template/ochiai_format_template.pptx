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【テンプレートの使い方】
・1論文につき1枚。分野ごとにブランチを切り、テーマごとに1つの pptx（+PDF）にまとめる。
・最新動向の論文から着手し、系譜を持つ場合は原典まで遡って同じ形式で1枚ずつ作成する。
・アブストラクトだけでなく、問題提起・手法・実験・結果・考察まで読んだうえで記入する。
・本文にアクセスできない論文はスライドにしない（影響が大きいものは README に「未確認」と明記して概要のみ記載）。
・右上の代表図には論文中の図を1点引用し、キャプションに図番号を記載する。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PAP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どんなもの？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2628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先行研究と比べてどこがすごい？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技術や手法のキモはどこ？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どうやって有効だと検証した？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議論はある？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次に読むべき論文は？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66760" y="4389120"/>
            <a:ext cx="3367735" cy="1920240"/>
          </a:xfrm>
          <a:prstGeom prst="rect">
            <a:avLst>
              <a:gd name="adj" fmla="val 3810"/>
            </a:avLst>
          </a:prstGeom>
          <a:solidFill>
            <a:srgbClr val="F2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480560"/>
            <a:ext cx="3093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書誌情報</a:t>
            </a:r>
            <a:endParaRPr lang="en-US" sz="1300" dirty="0"/>
          </a:p>
        </p:txBody>
      </p:sp>
      <p:sp>
        <p:nvSpPr>
          <p:cNvPr id="22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0"/>
          <p:cNvSpPr/>
          <p:nvPr>
            <p:ph idx="127" type="body" hasCustomPrompt="1"/>
          </p:nvPr>
        </p:nvSpPr>
        <p:spPr>
          <a:xfrm>
            <a:off x="457200" y="548640"/>
            <a:ext cx="112772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0" name="Text 20"/>
          <p:cNvSpPr/>
          <p:nvPr>
            <p:ph idx="128" type="body" hasCustomPrompt="1"/>
          </p:nvPr>
        </p:nvSpPr>
        <p:spPr>
          <a:xfrm>
            <a:off x="457200" y="1078992"/>
            <a:ext cx="1127729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分野名 › テーマ名 ｜ 系譜：原典 / 発展 / 最新動向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48640"/>
            <a:ext cx="11277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論文タイトル（原題をそのまま記載）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07899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著者1, 著者2, …（筆頭著者の所属）｜ 会議・ジャーナル名 発表年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この論文が何をしたかを2〜3文で要約する。対象とする問題・提案手法の名前・最大の成果を一言で言い切る。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既存手法の限界（論文の問題提起）と、それに対する本研究の差分・新規性。比較対象となる代表的な先行研究名を挙げる。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新規性や性能を生んでいる中核アイデア。アーキテクチャ・目的関数・アルゴリズムの要点を、必要なら数式1つで示す。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実験設定（データセット・環境・ベースライン・評価指標）と主要な定量結果。数値は論文の表・図から引用し番号を添える。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著者が認める限界・考察と、調査者の所感（前提の妥当性・再現性・応用可能性）。両者を区別して書く。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原典・比較対象・後続研究など系譜上つながる論文。ブランチの README 一覧と対応させ、未調査のものはその旨を付記する。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会議・ジャーナル名, 発表年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/ DOI / プロジェクトページ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原典・発展・最新 のいずれか（親論文）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YYYY-MM-DD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全文（問題提起・実験・結果・考察まで）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分野名 › テーマ名</a:t>
            </a:r>
            <a:endParaRPr lang="en-US" sz="1000" dirty="0"/>
          </a:p>
        </p:txBody>
      </p:sp>
      <p:sp>
        <p:nvSpPr>
          <p:cNvPr id="14" name="figure-frame"/>
          <p:cNvSpPr/>
          <p:nvPr/>
        </p:nvSpPr>
        <p:spPr>
          <a:xfrm>
            <a:off x="8366760" y="1508760"/>
            <a:ext cx="3367735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C9CFDB"/>
            </a:solidFill>
            <a:prstDash val="dash"/>
          </a:ln>
        </p:spPr>
      </p:sp>
      <p:sp>
        <p:nvSpPr>
          <p:cNvPr id="15" name="figure-guide"/>
          <p:cNvSpPr txBox="1"/>
          <p:nvPr/>
        </p:nvSpPr>
        <p:spPr>
          <a:xfrm>
            <a:off x="8595360" y="1737360"/>
            <a:ext cx="291053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代表図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手法の全体像または主要結果を示す論文中の図を1点引用し、下部に「出典：Fig. 1」のように図番号を記載する。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落合陽一フォーマット テンプレート</dc:title>
  <dc:subject>PptxGenJS Presentation</dc:subject>
  <dc:creator>PptxGenJS</dc:creator>
  <cp:lastModifiedBy>PptxGenJS</cp:lastModifiedBy>
  <cp:revision>1</cp:revision>
  <dcterms:created xsi:type="dcterms:W3CDTF">2026-10-23T17:49:46Z</dcterms:created>
  <dcterms:modified xsi:type="dcterms:W3CDTF">2026-10-23T17:49:46Z</dcterms:modified>
</cp:coreProperties>
</file>